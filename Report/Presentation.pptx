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>
                <a:latin typeface="Aptos"/>
              </a:rPr>
              <a:t>CardioViz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latin typeface="Aptos"/>
              </a:rPr>
              <a:t>Heart Disease Analysis using SQL and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Aptos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ptos"/>
              </a:rPr>
              <a:t>Identify patterns and risk factors associated with heart disease using clean data, SQL views, and Tableau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Aptos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ptos"/>
              </a:rPr>
              <a:t>4500 raw records, 18 fields, target variable: HeartDisease.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Aptos"/>
              </a:rPr>
              <a:t>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ptos"/>
              </a:rPr>
              <a:t>Data collection -&gt; SQL storage -&gt; cleaning -&gt; Tableau preparation -&gt; visualizations -&gt; dashboard -&gt;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Aptos"/>
              </a:rP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ptos"/>
              </a:rPr>
              <a:t>Gender, age, diabetic/stroke, smoking/alcohol, race, general health, physical activity, BMI, and cohort overlap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latin typeface="Aptos"/>
              </a:rPr>
              <a:t>Expected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ptos"/>
              </a:rPr>
              <a:t>Highlight high-risk groups, compare lifestyle factors, support preventive health decisions, and communicate results through CardioViz.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